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76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8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43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3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41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66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60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2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75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60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10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75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511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089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90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2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EDAC21E-B5F4-415B-B8C8-B85F65CDC5E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372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3A72-014F-C1D9-4B4E-6FF0FFA5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F180B-454E-1F8B-C303-74C82590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FINANCIAL PERFORMANCE DASHBOARD</a:t>
            </a:r>
          </a:p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</a:p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Thippani Srinija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4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B6CB-1694-0643-DB26-6565EA93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17987"/>
            <a:ext cx="9905998" cy="323481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EBD1-EB47-A5D4-BFF9-1C2A9EE64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84671"/>
            <a:ext cx="9905998" cy="43065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for business stakeholders to analyze sales,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profitability,growth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performance, regional performance</a:t>
            </a: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trends.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1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2550-F453-DD86-C456-B0552D3C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32387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IN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9487-CCF8-1757-C536-1068BE6D1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05608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Superstore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Tableau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 used: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Sub-Category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</p:txBody>
      </p:sp>
    </p:spTree>
    <p:extLst>
      <p:ext uri="{BB962C8B-B14F-4D97-AF65-F5344CB8AC3E}">
        <p14:creationId xmlns:p14="http://schemas.microsoft.com/office/powerpoint/2010/main" val="240605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3A5-D74C-85D6-46D9-34E85C4D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A65A-DB4B-5E7D-56F4-91B21A89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Sales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Total Profit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Profit Margin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Sales Growth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7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AEBA-BC91-E117-B807-E302D81B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25146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3D2AD-2798-58B7-E484-F1D22DBF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Region filter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filter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filter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by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between dashboards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 color theme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06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EB0D-7CFE-C35A-7C74-E5DD36FB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E4B3-0606-3784-5943-1AE7D45A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category with the highest sales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with the highest sales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with the highest profit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showed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increasing trend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top-selling product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imageCLASS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2200 Advanced Copier.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profitable category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125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</TotalTime>
  <Words>217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</vt:lpstr>
      <vt:lpstr>Mesh</vt:lpstr>
      <vt:lpstr> TASK 4: DASHBOARD DESIGN </vt:lpstr>
      <vt:lpstr>OBJECTIVE</vt:lpstr>
      <vt:lpstr> DATASET </vt:lpstr>
      <vt:lpstr> KEY PERFORMANCE INDICATORS </vt:lpstr>
      <vt:lpstr>          DASHBOARD FEATURES </vt:lpstr>
      <vt:lpstr> BUSINESS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Thippani Srinija</dc:creator>
  <cp:lastModifiedBy>Thippani Srinija</cp:lastModifiedBy>
  <cp:revision>1</cp:revision>
  <dcterms:created xsi:type="dcterms:W3CDTF">2026-09-04T17:42:25Z</dcterms:created>
  <dcterms:modified xsi:type="dcterms:W3CDTF">2026-09-04T17:53:14Z</dcterms:modified>
</cp:coreProperties>
</file>